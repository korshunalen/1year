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bc28e9b61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bc28e9b61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bc28e9b61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bc28e9b61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bc28e9b61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bc28e9b61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bc28e9b61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bc28e9b61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3752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Исследование зависимости коэффициента полезного действия от силы тока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147950" y="88775"/>
            <a:ext cx="554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/>
              <a:t>Формулы:</a:t>
            </a:r>
            <a:endParaRPr sz="3600"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0075"/>
            <a:ext cx="6258900" cy="404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481650" y="233400"/>
            <a:ext cx="8522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/>
              <a:t>Вводные данные</a:t>
            </a:r>
            <a:endParaRPr sz="3600"/>
          </a:p>
        </p:txBody>
      </p:sp>
      <p:sp>
        <p:nvSpPr>
          <p:cNvPr id="66" name="Google Shape;66;p15"/>
          <p:cNvSpPr txBox="1"/>
          <p:nvPr/>
        </p:nvSpPr>
        <p:spPr>
          <a:xfrm>
            <a:off x="341575" y="972300"/>
            <a:ext cx="7567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r = 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E = 3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R = 100 ÷ 0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075" y="409575"/>
            <a:ext cx="7181850" cy="432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/>
        </p:nvSpPr>
        <p:spPr>
          <a:xfrm>
            <a:off x="210200" y="170800"/>
            <a:ext cx="490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/>
              <a:t>Вывод</a:t>
            </a:r>
            <a:endParaRPr sz="3600"/>
          </a:p>
        </p:txBody>
      </p:sp>
      <p:sp>
        <p:nvSpPr>
          <p:cNvPr id="77" name="Google Shape;77;p17"/>
          <p:cNvSpPr txBox="1"/>
          <p:nvPr/>
        </p:nvSpPr>
        <p:spPr>
          <a:xfrm>
            <a:off x="210200" y="1037875"/>
            <a:ext cx="756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Коэффициент полезного действия уменьшается при увеличении силы тока. КПД источника максимален при сопротивлении R равном нулю.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